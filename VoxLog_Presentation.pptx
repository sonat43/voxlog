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360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01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24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467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948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18-Mar-26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46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18-Mar-26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074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18-Mar-26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39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65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628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252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94022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090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18-Mar-26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4188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18-Mar-26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56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62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970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18-Mar-26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693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VoxLog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Intelligent Voice Recognition Attendance &amp; Academic Management System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- Traditional Attendance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545" y="2765417"/>
            <a:ext cx="3675474" cy="1376075"/>
          </a:xfrm>
        </p:spPr>
        <p:txBody>
          <a:bodyPr/>
          <a:lstStyle/>
          <a:p>
            <a:r>
              <a:rPr dirty="0"/>
              <a:t>Time-Consuming</a:t>
            </a:r>
          </a:p>
          <a:p>
            <a:r>
              <a:rPr dirty="0"/>
              <a:t>Proxy Attendance</a:t>
            </a:r>
            <a:endParaRPr lang="en-US" dirty="0"/>
          </a:p>
          <a:p>
            <a:r>
              <a:rPr dirty="0"/>
              <a:t>Administrative Burden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- Academic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Scattered Systems: Faculty leaves, class substitutions, and scheduling are managed on paper/multitude of software.</a:t>
            </a:r>
          </a:p>
          <a:p>
            <a:r>
              <a:t>Lack of Real-Time Data: Administrators lack immediate access to live attendance statistics and academic progress.</a:t>
            </a:r>
          </a:p>
          <a:p>
            <a:r>
              <a:t>Inefficient Workflows: Handling sudden faculty absences and rearranging timetables manually causes campus chaos.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 - Introduction to VoxLog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VoxLog?: An intelligent system blending voice recognition with automated verification for fast, accurate attendance.</a:t>
            </a:r>
          </a:p>
          <a:p>
            <a:r>
              <a:t>Unified Platform: A single centralized web application handling attendance, academic scheduling, and faculty management.</a:t>
            </a:r>
          </a:p>
          <a:p>
            <a:r>
              <a:t>Roles &amp; Portals: Dedicated, secure dashboards for both System Administrators and Faculty members.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Feature - Voice-Based Attendance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 &amp; Accurate Verification: Uses voice biometrics to instantly verify student presence.</a:t>
            </a:r>
          </a:p>
          <a:p>
            <a:r>
              <a:t>Fraud Prevention: Eliminates proxy attendance since each student's voice print is unique and impossible to share.</a:t>
            </a:r>
          </a:p>
          <a:p>
            <a:r>
              <a:t>Seamless Process: Allows teachers to take attendance rapidly without disrupting the flow of the class.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Feature - Dedicated Faculty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&amp; Progress Tracking: Easy access to 'My Class', gradebooks, and student academic progress.</a:t>
            </a:r>
          </a:p>
          <a:p>
            <a:r>
              <a:t>Automated Timetables: Real-time schedule viewing that updates dynamically.</a:t>
            </a:r>
          </a:p>
          <a:p>
            <a:r>
              <a:t>Leave &amp; Substitution Workflow: Faculty can initiate leave requests and coordinate substitute teachers effortlessly.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Feature - Admin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Management: Easily oversee departments, courses, programs, students, and user access.</a:t>
            </a:r>
          </a:p>
          <a:p>
            <a:r>
              <a:t>Real-time Monitoring: Access to a Master Attendance Calendar and live tracking of all school activities.</a:t>
            </a:r>
          </a:p>
          <a:p>
            <a:r>
              <a:t>Streamlined Approvals: One-click management for faculty leave approvals and automated substitutions.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React.js powered by Vite for a lighting-fast, responsive interface.</a:t>
            </a:r>
          </a:p>
          <a:p>
            <a:r>
              <a:t>Backend Database: Firebase (Firestore) for scalable, real-time NoSQL data syncing.</a:t>
            </a:r>
          </a:p>
          <a:p>
            <a:r>
              <a:t>Authentication: Secure user login &amp; role-management via Firebase Auth.</a:t>
            </a:r>
          </a:p>
          <a:p>
            <a:r>
              <a:t>Biometrics Integration: Voice recognition algorithms to process and verify audio inputs.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Benefits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Maximized Teaching Time: Reclaims hours of instructional time over the semester.</a:t>
            </a:r>
          </a:p>
          <a:p>
            <a:r>
              <a:t>High Security: Biometric voice data ensures 100% reliable attendance logs.</a:t>
            </a:r>
          </a:p>
          <a:p>
            <a:r>
              <a:t>Operational Efficiency: Drastically reduces paperwork for administrative tasks.</a:t>
            </a:r>
          </a:p>
          <a:p>
            <a:r>
              <a:t>Eco-Friendly: Transitions institutions into paperless, digital-first environments.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 VoxLog modernizes classroom management, proving attendance can be secure, quick, and integrated.</a:t>
            </a:r>
          </a:p>
          <a:p>
            <a:r>
              <a:t>Future Scope: Integration with Parent SMS notifications.</a:t>
            </a:r>
          </a:p>
          <a:p>
            <a:r>
              <a:t>Future Scope: Advanced AI analytics to predict student performance based on attendance.</a:t>
            </a:r>
          </a:p>
          <a:p>
            <a:r>
              <a:t>Future Scope: Multi-language voice support for diverse classrooms.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204</TotalTime>
  <Words>452</Words>
  <Application>Microsoft Office PowerPoint</Application>
  <PresentationFormat>On-screen Show (4:3)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</vt:lpstr>
      <vt:lpstr>VoxLog</vt:lpstr>
      <vt:lpstr>The Problem - Traditional Attendance</vt:lpstr>
      <vt:lpstr>The Problem - Academic Management</vt:lpstr>
      <vt:lpstr>The Solution - Introduction to VoxLog</vt:lpstr>
      <vt:lpstr>Solution Feature - Voice-Based Attendance</vt:lpstr>
      <vt:lpstr>Solution Feature - Dedicated Faculty Portal</vt:lpstr>
      <vt:lpstr>Solution Feature - Admin Dashboard</vt:lpstr>
      <vt:lpstr>Technology Stack</vt:lpstr>
      <vt:lpstr>Key Benefits &amp; Impact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 J</cp:lastModifiedBy>
  <cp:revision>3</cp:revision>
  <dcterms:created xsi:type="dcterms:W3CDTF">2013-01-27T09:14:16Z</dcterms:created>
  <dcterms:modified xsi:type="dcterms:W3CDTF">2026-03-18T19:38:15Z</dcterms:modified>
  <cp:category/>
</cp:coreProperties>
</file>